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3" r:id="rId5"/>
    <p:sldId id="258" r:id="rId6"/>
    <p:sldId id="260" r:id="rId7"/>
    <p:sldId id="264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5" autoAdjust="0"/>
    <p:restoredTop sz="94660"/>
  </p:normalViewPr>
  <p:slideViewPr>
    <p:cSldViewPr snapToGrid="0">
      <p:cViewPr varScale="1">
        <p:scale>
          <a:sx n="68" d="100"/>
          <a:sy n="68" d="100"/>
        </p:scale>
        <p:origin x="72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60FB4-FD8A-4828-B751-606C78063250}" type="datetimeFigureOut">
              <a:rPr lang="ko-KR" altLang="en-US" smtClean="0"/>
              <a:t>2025-03-07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3DD8C-133E-4ACD-B6FE-7190C7C976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378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60FB4-FD8A-4828-B751-606C78063250}" type="datetimeFigureOut">
              <a:rPr lang="ko-KR" altLang="en-US" smtClean="0"/>
              <a:t>2025-03-07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3DD8C-133E-4ACD-B6FE-7190C7C976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4544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60FB4-FD8A-4828-B751-606C78063250}" type="datetimeFigureOut">
              <a:rPr lang="ko-KR" altLang="en-US" smtClean="0"/>
              <a:t>2025-03-07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3DD8C-133E-4ACD-B6FE-7190C7C976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8337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60FB4-FD8A-4828-B751-606C78063250}" type="datetimeFigureOut">
              <a:rPr lang="ko-KR" altLang="en-US" smtClean="0"/>
              <a:t>2025-03-07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3DD8C-133E-4ACD-B6FE-7190C7C976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049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60FB4-FD8A-4828-B751-606C78063250}" type="datetimeFigureOut">
              <a:rPr lang="ko-KR" altLang="en-US" smtClean="0"/>
              <a:t>2025-03-07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3DD8C-133E-4ACD-B6FE-7190C7C976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9322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60FB4-FD8A-4828-B751-606C78063250}" type="datetimeFigureOut">
              <a:rPr lang="ko-KR" altLang="en-US" smtClean="0"/>
              <a:t>2025-03-07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3DD8C-133E-4ACD-B6FE-7190C7C976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237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60FB4-FD8A-4828-B751-606C78063250}" type="datetimeFigureOut">
              <a:rPr lang="ko-KR" altLang="en-US" smtClean="0"/>
              <a:t>2025-03-07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3DD8C-133E-4ACD-B6FE-7190C7C976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8394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60FB4-FD8A-4828-B751-606C78063250}" type="datetimeFigureOut">
              <a:rPr lang="ko-KR" altLang="en-US" smtClean="0"/>
              <a:t>2025-03-07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3DD8C-133E-4ACD-B6FE-7190C7C976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194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60FB4-FD8A-4828-B751-606C78063250}" type="datetimeFigureOut">
              <a:rPr lang="ko-KR" altLang="en-US" smtClean="0"/>
              <a:t>2025-03-07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3DD8C-133E-4ACD-B6FE-7190C7C976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8692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60FB4-FD8A-4828-B751-606C78063250}" type="datetimeFigureOut">
              <a:rPr lang="ko-KR" altLang="en-US" smtClean="0"/>
              <a:t>2025-03-07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3DD8C-133E-4ACD-B6FE-7190C7C976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394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60FB4-FD8A-4828-B751-606C78063250}" type="datetimeFigureOut">
              <a:rPr lang="ko-KR" altLang="en-US" smtClean="0"/>
              <a:t>2025-03-07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3DD8C-133E-4ACD-B6FE-7190C7C976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092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60FB4-FD8A-4828-B751-606C78063250}" type="datetimeFigureOut">
              <a:rPr lang="ko-KR" altLang="en-US" smtClean="0"/>
              <a:t>2025-03-07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C3DD8C-133E-4ACD-B6FE-7190C7C976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2871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00250" y="3198168"/>
            <a:ext cx="819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smtClean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모험과 함께 하는 객체지향 프로그래밍</a:t>
            </a:r>
            <a:endParaRPr lang="ko-KR" altLang="en-US" sz="2400" b="1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58747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86329" y="336214"/>
            <a:ext cx="11665526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당신은 텍스트로그라이크 게임을 개발하는 개발자 입니다</a:t>
            </a:r>
            <a:r>
              <a:rPr lang="en-US" altLang="ko-KR" sz="2000" b="1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endParaRPr lang="en-US" altLang="ko-KR" sz="2000" b="1" smtClean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/>
            <a:r>
              <a:rPr lang="ko-KR" altLang="en-US" sz="2000" b="1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모험</a:t>
            </a:r>
            <a:endParaRPr lang="en-US" altLang="ko-KR" sz="2000" b="1" smtClean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/>
            <a:endParaRPr lang="en-US" altLang="ko-KR" sz="2000" smtClean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914400" lvl="1" indent="-457200">
              <a:buAutoNum type="arabicPeriod"/>
            </a:pPr>
            <a:r>
              <a:rPr lang="ko-KR" altLang="en-US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용사는 모험을 떠납니다</a:t>
            </a:r>
            <a:r>
              <a:rPr lang="en-US" altLang="ko-KR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914400" lvl="1" indent="-457200">
              <a:buAutoNum type="arabicPeriod"/>
            </a:pPr>
            <a:endParaRPr lang="en-US" altLang="ko-KR" sz="2000" smtClean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914400" lvl="1" indent="-457200">
              <a:buFontTx/>
              <a:buAutoNum type="arabicPeriod"/>
            </a:pPr>
            <a:r>
              <a:rPr lang="ko-KR" altLang="en-US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모험은 총 </a:t>
            </a:r>
            <a:r>
              <a:rPr lang="en-US" altLang="ko-KR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8</a:t>
            </a:r>
            <a:r>
              <a:rPr lang="ko-KR" altLang="en-US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개의 이벤트로 구성 됩니다</a:t>
            </a:r>
            <a:r>
              <a:rPr lang="en-US" altLang="ko-KR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914400" lvl="1" indent="-457200">
              <a:buFontTx/>
              <a:buAutoNum type="arabicPeriod"/>
            </a:pPr>
            <a:endParaRPr lang="en-US" altLang="ko-KR" sz="2000" smtClean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914400" lvl="1" indent="-457200">
              <a:buFontTx/>
              <a:buAutoNum type="arabicPeriod"/>
            </a:pPr>
            <a:r>
              <a:rPr lang="ko-KR" altLang="en-US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모든 이벤트를 완료하면 모험은 성공으로 종료됩니다</a:t>
            </a:r>
            <a:r>
              <a:rPr lang="en-US" altLang="ko-KR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914400" lvl="1" indent="-457200">
              <a:buFontTx/>
              <a:buAutoNum type="arabicPeriod"/>
            </a:pPr>
            <a:endParaRPr lang="en-US" altLang="ko-KR" sz="20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914400" lvl="1" indent="-457200">
              <a:buFontTx/>
              <a:buAutoNum type="arabicPeriod"/>
            </a:pPr>
            <a:r>
              <a:rPr lang="ko-KR" altLang="en-US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모험이 성공으로 종료되면 다음 스테이지의 모험을 떠나게 됩니다</a:t>
            </a:r>
            <a:r>
              <a:rPr lang="en-US" altLang="ko-KR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 </a:t>
            </a:r>
          </a:p>
          <a:p>
            <a:pPr marL="914400" lvl="1" indent="-457200">
              <a:buFontTx/>
              <a:buAutoNum type="arabicPeriod"/>
            </a:pPr>
            <a:endParaRPr lang="en-US" altLang="ko-KR" sz="20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914400" lvl="1" indent="-457200">
              <a:buFontTx/>
              <a:buAutoNum type="arabicPeriod"/>
            </a:pPr>
            <a:r>
              <a:rPr lang="ko-KR" altLang="en-US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최종 스테이지는 </a:t>
            </a:r>
            <a:r>
              <a:rPr lang="en-US" altLang="ko-KR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5 </a:t>
            </a:r>
            <a:r>
              <a:rPr lang="ko-KR" altLang="en-US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입니다</a:t>
            </a:r>
            <a:r>
              <a:rPr lang="en-US" altLang="ko-KR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 </a:t>
            </a:r>
            <a:r>
              <a:rPr lang="ko-KR" altLang="en-US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최종 스테이지가 </a:t>
            </a:r>
            <a:r>
              <a:rPr lang="ko-KR" altLang="en-US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클리어</a:t>
            </a:r>
            <a:r>
              <a:rPr lang="ko-KR" altLang="en-US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되면 </a:t>
            </a:r>
            <a:r>
              <a:rPr lang="ko-KR" altLang="en-US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프로그램은 종료됩니다</a:t>
            </a:r>
            <a:r>
              <a:rPr lang="en-US" altLang="ko-KR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914400" lvl="1" indent="-457200">
              <a:buFontTx/>
              <a:buAutoNum type="arabicPeriod"/>
            </a:pPr>
            <a:endParaRPr lang="en-US" altLang="ko-KR" sz="2000" smtClean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914400" lvl="1" indent="-457200">
              <a:buAutoNum type="arabicPeriod"/>
            </a:pPr>
            <a:r>
              <a:rPr lang="ko-KR" altLang="en-US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용사의 </a:t>
            </a:r>
            <a:r>
              <a:rPr lang="en-US" altLang="ko-KR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HP</a:t>
            </a:r>
            <a:r>
              <a:rPr lang="ko-KR" altLang="en-US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가 </a:t>
            </a:r>
            <a:r>
              <a:rPr lang="en-US" altLang="ko-KR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0</a:t>
            </a:r>
            <a:r>
              <a:rPr lang="ko-KR" altLang="en-US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 되면 모험은 실패로 종료됩니다</a:t>
            </a:r>
            <a:r>
              <a:rPr lang="en-US" altLang="ko-KR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914400" lvl="1" indent="-457200">
              <a:buAutoNum type="arabicPeriod"/>
            </a:pPr>
            <a:endParaRPr lang="en-US" altLang="ko-KR" sz="20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914400" lvl="1" indent="-457200">
              <a:buAutoNum type="arabicPeriod"/>
            </a:pPr>
            <a:r>
              <a:rPr lang="ko-KR" altLang="en-US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모험이 실패로 종료되면 현재 스테이지를 다시 도전하거나</a:t>
            </a:r>
            <a:r>
              <a:rPr lang="en-US" altLang="ko-KR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프로그램을 종료할 수 있습니다</a:t>
            </a:r>
            <a:r>
              <a:rPr lang="en-US" altLang="ko-KR" sz="20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  <a:endParaRPr lang="en-US" altLang="ko-KR" sz="2000" smtClean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80514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286329" y="336214"/>
            <a:ext cx="1166552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당신은 텍스트로그라이크 게임을 개발하는 개발자 입니다</a:t>
            </a:r>
            <a:r>
              <a:rPr lang="en-US" altLang="ko-KR" sz="2000" b="1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endParaRPr lang="en-US" altLang="ko-KR" sz="2000" b="1" smtClean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/>
            <a:r>
              <a:rPr lang="ko-KR" altLang="en-US" sz="2000" b="1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이벤트</a:t>
            </a:r>
            <a:endParaRPr lang="en-US" altLang="ko-KR" sz="2000" b="1" smtClean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/>
            <a:endParaRPr lang="en-US" altLang="ko-KR" sz="2000" b="1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914400" lvl="1" indent="-457200">
              <a:buAutoNum type="arabicPeriod"/>
            </a:pPr>
            <a:r>
              <a:rPr lang="ko-KR" altLang="en-US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이벤트는 아래 </a:t>
            </a:r>
            <a:r>
              <a:rPr lang="en-US" altLang="ko-KR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4</a:t>
            </a:r>
            <a:r>
              <a:rPr lang="ko-KR" altLang="en-US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가지 이벤트 중 하나가 랜덤하게 발생합니다</a:t>
            </a:r>
            <a:r>
              <a:rPr lang="en-US" altLang="ko-KR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914400" lvl="1" indent="-457200">
              <a:buAutoNum type="arabicPeriod"/>
            </a:pPr>
            <a:endParaRPr lang="en-US" altLang="ko-KR" sz="20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914400" lvl="1" indent="-457200">
              <a:buAutoNum type="arabicPeriod"/>
            </a:pPr>
            <a:r>
              <a:rPr lang="ko-KR" altLang="en-US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모험의 마지막 이벤트는 반드시 전투 이벤트가 발생합니다</a:t>
            </a:r>
            <a:r>
              <a:rPr lang="en-US" altLang="ko-KR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914400" lvl="1" indent="-457200">
              <a:buAutoNum type="arabicPeriod"/>
            </a:pPr>
            <a:endParaRPr lang="en-US" altLang="ko-KR" sz="2000" smtClean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914400" lvl="1" indent="-457200">
              <a:buAutoNum type="arabicPeriod"/>
            </a:pPr>
            <a:r>
              <a:rPr lang="ko-KR" altLang="en-US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이벤트를 완료하면 용사는 일정량의 경험치를 획득합니다</a:t>
            </a:r>
            <a:r>
              <a:rPr lang="en-US" altLang="ko-KR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 </a:t>
            </a:r>
          </a:p>
          <a:p>
            <a:pPr marL="914400" lvl="1" indent="-457200">
              <a:buAutoNum type="arabicPeriod"/>
            </a:pPr>
            <a:endParaRPr lang="en-US" altLang="ko-KR" sz="20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914400" lvl="1" indent="-457200">
              <a:buAutoNum type="arabicPeriod"/>
            </a:pPr>
            <a:r>
              <a:rPr lang="ko-KR" altLang="en-US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획득한 경험치가 기준에 도달하면 용사는 레벨업 합니다</a:t>
            </a:r>
            <a:r>
              <a:rPr lang="en-US" altLang="ko-KR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  <a:endParaRPr lang="en-US" altLang="ko-KR" sz="2000" b="1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2512958"/>
              </p:ext>
            </p:extLst>
          </p:nvPr>
        </p:nvGraphicFramePr>
        <p:xfrm>
          <a:off x="834970" y="4151348"/>
          <a:ext cx="8128000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1954">
                  <a:extLst>
                    <a:ext uri="{9D8B030D-6E8A-4147-A177-3AD203B41FA5}">
                      <a16:colId xmlns:a16="http://schemas.microsoft.com/office/drawing/2014/main" val="152358272"/>
                    </a:ext>
                  </a:extLst>
                </a:gridCol>
                <a:gridCol w="5446046">
                  <a:extLst>
                    <a:ext uri="{9D8B030D-6E8A-4147-A177-3AD203B41FA5}">
                      <a16:colId xmlns:a16="http://schemas.microsoft.com/office/drawing/2014/main" val="1320845119"/>
                    </a:ext>
                  </a:extLst>
                </a:gridCol>
              </a:tblGrid>
              <a:tr h="3249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mtClean="0"/>
                        <a:t>모험 이벤트 종류 </a:t>
                      </a:r>
                      <a:r>
                        <a:rPr lang="en-US" altLang="ko-KR" smtClean="0"/>
                        <a:t>(</a:t>
                      </a:r>
                      <a:r>
                        <a:rPr lang="ko-KR" altLang="en-US" smtClean="0"/>
                        <a:t>가칭</a:t>
                      </a:r>
                      <a:r>
                        <a:rPr lang="en-US" altLang="ko-KR" smtClean="0"/>
                        <a:t>)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mtClean="0"/>
                        <a:t>설명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0627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만남 이벤트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대량의 경험치를 획득합니다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341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보물상자 발견 이벤트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장비 아이템을 획득합니다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72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먹거리 발견 이벤트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/>
                        <a:t>HP</a:t>
                      </a:r>
                      <a:r>
                        <a:rPr lang="en-US" altLang="ko-KR" baseline="0" smtClean="0"/>
                        <a:t> </a:t>
                      </a:r>
                      <a:r>
                        <a:rPr lang="ko-KR" altLang="en-US" baseline="0" smtClean="0"/>
                        <a:t>를 충전합니다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5911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전투 이벤트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몬스터와 전투를 벌이고 경험치를 획득합니다</a:t>
                      </a:r>
                      <a:r>
                        <a:rPr lang="en-US" altLang="ko-KR" smtClean="0"/>
                        <a:t>.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281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8632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86329" y="336214"/>
            <a:ext cx="1166552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당신은 텍스트로그라이크 게임을 개발하는 개발자 입니다</a:t>
            </a:r>
            <a:r>
              <a:rPr lang="en-US" altLang="ko-KR" sz="2000" b="1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endParaRPr lang="en-US" altLang="ko-KR" sz="2000" b="1" smtClean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/>
            <a:r>
              <a:rPr lang="ko-KR" altLang="en-US" sz="2000" b="1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전투 이벤트</a:t>
            </a:r>
            <a:endParaRPr lang="en-US" altLang="ko-KR" sz="2000" b="1" smtClean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/>
            <a:endParaRPr lang="en-US" altLang="ko-KR" sz="2000" b="1" smtClean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914400" lvl="1" indent="-457200">
              <a:buAutoNum type="arabicPeriod"/>
            </a:pPr>
            <a:r>
              <a:rPr lang="ko-KR" altLang="en-US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용사가 몬스터의 </a:t>
            </a:r>
            <a:r>
              <a:rPr lang="en-US" altLang="ko-KR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HP</a:t>
            </a:r>
            <a:r>
              <a:rPr lang="ko-KR" altLang="en-US" sz="20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를</a:t>
            </a:r>
            <a:r>
              <a:rPr lang="ko-KR" altLang="en-US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먼저 </a:t>
            </a:r>
            <a:r>
              <a:rPr lang="en-US" altLang="ko-KR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0</a:t>
            </a:r>
            <a:r>
              <a:rPr lang="ko-KR" altLang="en-US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으로 만들면 전투는 승리로 종료 됩니다</a:t>
            </a:r>
            <a:r>
              <a:rPr lang="en-US" altLang="ko-KR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  <a:endParaRPr lang="en-US" altLang="ko-KR" sz="20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914400" lvl="1" indent="-457200">
              <a:buAutoNum type="arabicPeriod"/>
            </a:pPr>
            <a:endParaRPr lang="en-US" altLang="ko-KR" sz="2000" smtClean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914400" lvl="1" indent="-457200">
              <a:buAutoNum type="arabicPeriod"/>
            </a:pPr>
            <a:r>
              <a:rPr lang="ko-KR" altLang="en-US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전투는 턴제로 진행됩니다</a:t>
            </a:r>
            <a:r>
              <a:rPr lang="en-US" altLang="ko-KR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914400" lvl="1" indent="-457200">
              <a:buAutoNum type="arabicPeriod"/>
            </a:pPr>
            <a:endParaRPr lang="en-US" altLang="ko-KR" sz="20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914400" lvl="1" indent="-457200">
              <a:buAutoNum type="arabicPeriod"/>
            </a:pPr>
            <a:r>
              <a:rPr lang="ko-KR" altLang="en-US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용사는 자신의 턴 때 </a:t>
            </a:r>
            <a:r>
              <a:rPr lang="en-US" altLang="ko-KR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[</a:t>
            </a:r>
            <a:r>
              <a:rPr lang="ko-KR" altLang="en-US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일반 공격</a:t>
            </a:r>
            <a:r>
              <a:rPr lang="en-US" altLang="ko-KR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특수스킬</a:t>
            </a:r>
            <a:r>
              <a:rPr lang="en-US" altLang="ko-KR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무기장비스킬</a:t>
            </a:r>
            <a:r>
              <a:rPr lang="en-US" altLang="ko-KR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방어구장비스킬</a:t>
            </a:r>
            <a:r>
              <a:rPr lang="en-US" altLang="ko-KR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] </a:t>
            </a:r>
            <a:r>
              <a:rPr lang="ko-KR" altLang="en-US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선택지를 가집니다</a:t>
            </a:r>
            <a:r>
              <a:rPr lang="en-US" altLang="ko-KR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914400" lvl="1" indent="-457200">
              <a:buAutoNum type="arabicPeriod"/>
            </a:pPr>
            <a:endParaRPr lang="en-US" altLang="ko-KR" sz="20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914400" lvl="1" indent="-457200">
              <a:buAutoNum type="arabicPeriod"/>
            </a:pPr>
            <a:r>
              <a:rPr lang="ko-KR" altLang="en-US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한 턴에 하나의 선택지만 고를 수 있습니다</a:t>
            </a:r>
            <a:r>
              <a:rPr lang="en-US" altLang="ko-KR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06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286329" y="336214"/>
            <a:ext cx="11665526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당신은 텍스트로그라이크 게임을 개발하는 개발자 입니다</a:t>
            </a:r>
            <a:r>
              <a:rPr lang="en-US" altLang="ko-KR" sz="2000" b="1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endParaRPr lang="en-US" altLang="ko-KR" sz="2000" b="1" smtClean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/>
            <a:r>
              <a:rPr lang="ko-KR" altLang="en-US" sz="2000" b="1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용사</a:t>
            </a:r>
            <a:endParaRPr lang="en-US" altLang="ko-KR" sz="2000" b="1" smtClean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/>
            <a:endParaRPr lang="en-US" altLang="ko-KR" sz="2000" b="1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914400" lvl="1" indent="-457200">
              <a:buAutoNum type="arabicPeriod"/>
            </a:pPr>
            <a:r>
              <a:rPr lang="ko-KR" altLang="en-US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용사는 </a:t>
            </a:r>
            <a:r>
              <a:rPr lang="en-US" altLang="ko-KR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HP, ATK, DEF </a:t>
            </a:r>
            <a:r>
              <a:rPr lang="ko-KR" altLang="en-US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스텟을 가집니다</a:t>
            </a:r>
            <a:r>
              <a:rPr lang="en-US" altLang="ko-KR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914400" lvl="1" indent="-457200">
              <a:buAutoNum type="arabicPeriod"/>
            </a:pPr>
            <a:endParaRPr lang="en-US" altLang="ko-KR" sz="2000" smtClean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914400" lvl="1" indent="-457200">
              <a:buFontTx/>
              <a:buAutoNum type="arabicPeriod"/>
            </a:pPr>
            <a:r>
              <a:rPr lang="ko-KR" altLang="en-US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용사가 레벨업을 하면 스텟이 일정치 증가합니다</a:t>
            </a:r>
            <a:r>
              <a:rPr lang="en-US" altLang="ko-KR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914400" lvl="1" indent="-457200">
              <a:buFontTx/>
              <a:buAutoNum type="arabicPeriod"/>
            </a:pPr>
            <a:endParaRPr lang="en-US" altLang="ko-KR" sz="20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914400" lvl="1" indent="-457200">
              <a:buFontTx/>
              <a:buAutoNum type="arabicPeriod"/>
            </a:pPr>
            <a:r>
              <a:rPr lang="en-US" altLang="ko-KR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HP</a:t>
            </a:r>
            <a:r>
              <a:rPr lang="ko-KR" altLang="en-US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는 적에게 공격을 받으면 감소합니다</a:t>
            </a:r>
            <a:r>
              <a:rPr lang="en-US" altLang="ko-KR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 HP</a:t>
            </a:r>
            <a:r>
              <a:rPr lang="ko-KR" altLang="en-US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가 </a:t>
            </a:r>
            <a:r>
              <a:rPr lang="en-US" altLang="ko-KR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0</a:t>
            </a:r>
            <a:r>
              <a:rPr lang="ko-KR" altLang="en-US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이되면 모험은 실패로 종료됩니다</a:t>
            </a:r>
            <a:r>
              <a:rPr lang="en-US" altLang="ko-KR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914400" lvl="1" indent="-457200">
              <a:buAutoNum type="arabicPeriod"/>
            </a:pPr>
            <a:endParaRPr lang="en-US" altLang="ko-KR" sz="2000" smtClean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914400" lvl="1" indent="-457200">
              <a:buAutoNum type="arabicPeriod"/>
            </a:pPr>
            <a:r>
              <a:rPr lang="en-US" altLang="ko-KR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ATK</a:t>
            </a:r>
            <a:r>
              <a:rPr lang="ko-KR" altLang="en-US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는 장비공격력과 합산하여 적에게 주는 데미지를 결정합니다</a:t>
            </a:r>
            <a:r>
              <a:rPr lang="en-US" altLang="ko-KR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914400" lvl="1" indent="-457200">
              <a:buAutoNum type="arabicPeriod"/>
            </a:pPr>
            <a:endParaRPr lang="en-US" altLang="ko-KR" sz="20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914400" lvl="1" indent="-457200">
              <a:buFontTx/>
              <a:buAutoNum type="arabicPeriod"/>
            </a:pPr>
            <a:r>
              <a:rPr lang="en-US" altLang="ko-KR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DEF</a:t>
            </a:r>
            <a:r>
              <a:rPr lang="ko-KR" altLang="en-US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는 장비방어력과 합산하여 적에게 받는 데미지를 결정합니다</a:t>
            </a:r>
            <a:r>
              <a:rPr lang="en-US" altLang="ko-KR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914400" lvl="1" indent="-457200">
              <a:buFontTx/>
              <a:buAutoNum type="arabicPeriod"/>
            </a:pPr>
            <a:endParaRPr lang="en-US" altLang="ko-KR" sz="2000" b="1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914400" lvl="1" indent="-457200">
              <a:buFontTx/>
              <a:buAutoNum type="arabicPeriod"/>
            </a:pPr>
            <a:r>
              <a:rPr lang="ko-KR" altLang="en-US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용사는 특수 스킬을 가지고 있습니다</a:t>
            </a:r>
            <a:r>
              <a:rPr lang="en-US" altLang="ko-KR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914400" lvl="1" indent="-457200">
              <a:buFontTx/>
              <a:buAutoNum type="arabicPeriod"/>
            </a:pPr>
            <a:endParaRPr lang="en-US" altLang="ko-KR" sz="20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914400" lvl="1" indent="-457200">
              <a:buFontTx/>
              <a:buAutoNum type="arabicPeriod"/>
            </a:pPr>
            <a:r>
              <a:rPr lang="ko-KR" altLang="en-US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특수 스킬을 사용하면 용사는 특정 상태를 가질 수 있습니다</a:t>
            </a:r>
            <a:r>
              <a:rPr lang="en-US" altLang="ko-KR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  <a:r>
              <a:rPr lang="ko-KR" altLang="en-US" sz="2000" b="1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altLang="ko-KR" sz="20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823207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286329" y="336214"/>
            <a:ext cx="11665526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당신은 텍스트로그라이크 게임을 개발하는 개발자 입니다</a:t>
            </a:r>
            <a:r>
              <a:rPr lang="en-US" altLang="ko-KR" sz="2000" b="1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endParaRPr lang="en-US" altLang="ko-KR" sz="2000" b="1" smtClean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/>
            <a:r>
              <a:rPr lang="ko-KR" altLang="en-US" sz="2000" b="1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장비</a:t>
            </a:r>
            <a:endParaRPr lang="en-US" altLang="ko-KR" sz="2000" b="1" smtClean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/>
            <a:endParaRPr lang="en-US" altLang="ko-KR" sz="2000" b="1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914400" lvl="1" indent="-457200">
              <a:buAutoNum type="arabicPeriod"/>
            </a:pPr>
            <a:r>
              <a:rPr lang="ko-KR" altLang="en-US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장비는 방어구와 무기 두 부위가 있습니다</a:t>
            </a:r>
            <a:r>
              <a:rPr lang="en-US" altLang="ko-KR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914400" lvl="1" indent="-457200">
              <a:buAutoNum type="arabicPeriod"/>
            </a:pPr>
            <a:endParaRPr lang="en-US" altLang="ko-KR" sz="2000" smtClean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914400" lvl="1" indent="-457200">
              <a:buAutoNum type="arabicPeriod"/>
            </a:pPr>
            <a:r>
              <a:rPr lang="ko-KR" altLang="en-US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무기는 </a:t>
            </a:r>
            <a:r>
              <a:rPr lang="en-US" altLang="ko-KR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ATK</a:t>
            </a:r>
            <a:r>
              <a:rPr lang="ko-KR" altLang="en-US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와 합산하여 적에게 주는 데미지를 결정합니다</a:t>
            </a:r>
            <a:r>
              <a:rPr lang="en-US" altLang="ko-KR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914400" lvl="1" indent="-457200">
              <a:buFontTx/>
              <a:buAutoNum type="arabicPeriod"/>
            </a:pPr>
            <a:endParaRPr lang="en-US" altLang="ko-KR" sz="20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914400" lvl="1" indent="-457200">
              <a:buFontTx/>
              <a:buAutoNum type="arabicPeriod"/>
            </a:pPr>
            <a:r>
              <a:rPr lang="ko-KR" altLang="en-US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방어구는 </a:t>
            </a:r>
            <a:r>
              <a:rPr lang="en-US" altLang="ko-KR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DEF</a:t>
            </a:r>
            <a:r>
              <a:rPr lang="ko-KR" altLang="en-US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와 합산하여 적에게 받는 데미지를 결정합니다</a:t>
            </a:r>
            <a:r>
              <a:rPr lang="en-US" altLang="ko-KR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914400" lvl="1" indent="-457200">
              <a:buFontTx/>
              <a:buAutoNum type="arabicPeriod"/>
            </a:pPr>
            <a:endParaRPr lang="en-US" altLang="ko-KR" sz="2000" smtClean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914400" lvl="1" indent="-457200">
              <a:buAutoNum type="arabicPeriod"/>
            </a:pPr>
            <a:r>
              <a:rPr lang="ko-KR" altLang="en-US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장비에는 장비스킬이 존재합니다</a:t>
            </a:r>
            <a:r>
              <a:rPr lang="en-US" altLang="ko-KR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914400" lvl="1" indent="-457200">
              <a:buAutoNum type="arabicPeriod"/>
            </a:pPr>
            <a:endParaRPr lang="en-US" altLang="ko-KR" sz="2000" smtClean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914400" lvl="1" indent="-457200">
              <a:buAutoNum type="arabicPeriod"/>
            </a:pPr>
            <a:r>
              <a:rPr lang="ko-KR" altLang="en-US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장비스킬을 사용하면 용사는 특정 상태를 가질 수 있습니다</a:t>
            </a:r>
            <a:r>
              <a:rPr lang="en-US" altLang="ko-KR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  <a:r>
              <a:rPr lang="en-US" altLang="ko-KR" sz="20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169009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86329" y="336214"/>
            <a:ext cx="1166552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당신은 텍스트로그라이크 게임을 개발하는 개발자 입니다</a:t>
            </a:r>
            <a:r>
              <a:rPr lang="en-US" altLang="ko-KR" sz="2000" b="1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endParaRPr lang="en-US" altLang="ko-KR" sz="2000" b="1" smtClean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/>
            <a:r>
              <a:rPr lang="ko-KR" altLang="en-US" sz="2000" b="1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스킬</a:t>
            </a:r>
            <a:endParaRPr lang="en-US" altLang="ko-KR" sz="2000" b="1" smtClean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/>
            <a:endParaRPr lang="en-US" altLang="ko-KR" sz="2000" b="1" smtClean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/>
            <a:endParaRPr lang="en-US" altLang="ko-KR" sz="2000" b="1" smtClean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2723593"/>
              </p:ext>
            </p:extLst>
          </p:nvPr>
        </p:nvGraphicFramePr>
        <p:xfrm>
          <a:off x="680225" y="1464418"/>
          <a:ext cx="11271630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9241">
                  <a:extLst>
                    <a:ext uri="{9D8B030D-6E8A-4147-A177-3AD203B41FA5}">
                      <a16:colId xmlns:a16="http://schemas.microsoft.com/office/drawing/2014/main" val="152358272"/>
                    </a:ext>
                  </a:extLst>
                </a:gridCol>
                <a:gridCol w="7552389">
                  <a:extLst>
                    <a:ext uri="{9D8B030D-6E8A-4147-A177-3AD203B41FA5}">
                      <a16:colId xmlns:a16="http://schemas.microsoft.com/office/drawing/2014/main" val="1320845119"/>
                    </a:ext>
                  </a:extLst>
                </a:gridCol>
              </a:tblGrid>
              <a:tr h="3249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mtClean="0"/>
                        <a:t>스킬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mtClean="0"/>
                        <a:t>설명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0627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특수 스킬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용사가 가지고 있는 스킬입니다</a:t>
                      </a:r>
                      <a:r>
                        <a:rPr lang="en-US" altLang="ko-KR" smtClean="0"/>
                        <a:t>.</a:t>
                      </a:r>
                      <a:r>
                        <a:rPr lang="en-US" altLang="ko-KR" baseline="0" smtClean="0"/>
                        <a:t> </a:t>
                      </a:r>
                      <a:r>
                        <a:rPr lang="ko-KR" altLang="en-US" baseline="0" smtClean="0"/>
                        <a:t>모험 당 한번만 사용 가능합니다</a:t>
                      </a:r>
                      <a:r>
                        <a:rPr lang="en-US" altLang="ko-KR" baseline="0" smtClean="0"/>
                        <a:t>.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341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장비스킬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장비에 등록된 스킬입니다</a:t>
                      </a:r>
                      <a:r>
                        <a:rPr lang="en-US" altLang="ko-KR" smtClean="0"/>
                        <a:t>. N</a:t>
                      </a:r>
                      <a:r>
                        <a:rPr lang="ko-KR" altLang="en-US" smtClean="0"/>
                        <a:t>턴 당 한번만 사용 가능합니다</a:t>
                      </a:r>
                      <a:r>
                        <a:rPr lang="en-US" altLang="ko-KR" smtClean="0"/>
                        <a:t>.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72263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86329" y="3095634"/>
            <a:ext cx="1140889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ko-KR" altLang="en-US" sz="2000" b="1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상태</a:t>
            </a:r>
            <a:endParaRPr lang="en-US" altLang="ko-KR" sz="2000" b="1" smtClean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/>
            <a:endParaRPr lang="en-US" altLang="ko-KR" sz="2000" b="1" smtClean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914400" lvl="1" indent="-457200">
              <a:buAutoNum type="arabicPeriod"/>
            </a:pPr>
            <a:r>
              <a:rPr lang="ko-KR" altLang="en-US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상태는 일시적으로 용사의 공격력과 방어력에 영향을 주게 됩니다</a:t>
            </a:r>
            <a:r>
              <a:rPr lang="en-US" altLang="ko-KR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914400" lvl="1" indent="-457200">
              <a:buAutoNum type="arabicPeriod"/>
            </a:pPr>
            <a:endParaRPr lang="en-US" altLang="ko-KR" sz="2000" smtClean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914400" lvl="1" indent="-457200">
              <a:buAutoNum type="arabicPeriod"/>
            </a:pPr>
            <a:r>
              <a:rPr lang="ko-KR" altLang="en-US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용사는 동시에 여러 개의 상태를 가질 수 있습니다</a:t>
            </a:r>
            <a:r>
              <a:rPr lang="en-US" altLang="ko-KR" sz="200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2898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372</Words>
  <Application>Microsoft Office PowerPoint</Application>
  <PresentationFormat>와이드스크린</PresentationFormat>
  <Paragraphs>94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G마켓 산스 TTF Bold</vt:lpstr>
      <vt:lpstr>G마켓 산스 TTF Medium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12</cp:revision>
  <dcterms:created xsi:type="dcterms:W3CDTF">2025-01-22T20:42:16Z</dcterms:created>
  <dcterms:modified xsi:type="dcterms:W3CDTF">2025-03-07T08:22:42Z</dcterms:modified>
</cp:coreProperties>
</file>